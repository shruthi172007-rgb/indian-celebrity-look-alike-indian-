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D8F744-9266-62D6-C4BB-1CEA4AD777D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94620" y="505945"/>
            <a:ext cx="8791575" cy="769442"/>
          </a:xfrm>
        </p:spPr>
        <p:txBody>
          <a:bodyPr>
            <a:noAutofit/>
          </a:bodyPr>
          <a:lstStyle/>
          <a:p>
            <a:pPr marL="2286000" lvl="5" indent="0" algn="ctr">
              <a:buNone/>
            </a:pPr>
            <a:r>
              <a:rPr lang="en-US" sz="1800" dirty="0">
                <a:latin typeface="Bahnschrift Light" panose="020B0502040204020203" pitchFamily="34" charset="0"/>
              </a:rPr>
              <a:t>Python Jackfruit Level Problem Solving</a:t>
            </a:r>
          </a:p>
          <a:p>
            <a:pPr marL="2286000" lvl="5" indent="0" algn="ctr">
              <a:buNone/>
            </a:pPr>
            <a:r>
              <a:rPr lang="en-US" sz="1800" dirty="0">
                <a:latin typeface="Bahnschrift Light" panose="020B0502040204020203" pitchFamily="34" charset="0"/>
              </a:rPr>
              <a:t>BTECH FIRST SEM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32762-DDBE-7A2C-29D8-5E95419096BB}"/>
              </a:ext>
            </a:extLst>
          </p:cNvPr>
          <p:cNvSpPr txBox="1"/>
          <p:nvPr/>
        </p:nvSpPr>
        <p:spPr>
          <a:xfrm>
            <a:off x="2867024" y="-61032"/>
            <a:ext cx="61966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Bahnschrift SemiBold SemiConden" panose="020B0502040204020203" pitchFamily="34" charset="0"/>
              </a:rPr>
              <a:t>Celebrity look-alike finder</a:t>
            </a:r>
            <a:endParaRPr lang="en-IN" sz="4400" dirty="0">
              <a:latin typeface="Bahnschrift SemiBold SemiConden" panose="020B0502040204020203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478C815-680D-8138-DB69-318D30A7A019}"/>
              </a:ext>
            </a:extLst>
          </p:cNvPr>
          <p:cNvSpPr txBox="1">
            <a:spLocks/>
          </p:cNvSpPr>
          <p:nvPr/>
        </p:nvSpPr>
        <p:spPr>
          <a:xfrm>
            <a:off x="928007" y="1275386"/>
            <a:ext cx="10891157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Problem </a:t>
            </a:r>
            <a:r>
              <a:rPr lang="en-US" sz="1800" b="1" dirty="0" err="1"/>
              <a:t>Statement</a:t>
            </a:r>
            <a:r>
              <a:rPr lang="en-US" sz="1800" dirty="0" err="1"/>
              <a:t>:_The</a:t>
            </a:r>
            <a:r>
              <a:rPr lang="en-US" sz="1800" dirty="0"/>
              <a:t> project aims to develop a desktop application that allows users to upload their photograph and identify the celebrity whose facial features most closely resemble the user using deep learning–based face recognition.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/>
              <a:t>Objective</a:t>
            </a:r>
          </a:p>
          <a:p>
            <a:r>
              <a:rPr lang="en-US" sz="1800" dirty="0"/>
              <a:t>Build a GUI-based image upload system</a:t>
            </a:r>
          </a:p>
          <a:p>
            <a:r>
              <a:rPr lang="en-US" sz="1800" dirty="0"/>
              <a:t>Compare facial features using deep learning</a:t>
            </a:r>
          </a:p>
          <a:p>
            <a:r>
              <a:rPr lang="en-US" sz="1800" dirty="0"/>
              <a:t>Display the closest celebrity match with similarity score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800" b="1" dirty="0"/>
              <a:t>Methodology</a:t>
            </a:r>
          </a:p>
          <a:p>
            <a:r>
              <a:rPr lang="en-US" sz="1800" dirty="0"/>
              <a:t>User uploads an image</a:t>
            </a:r>
          </a:p>
          <a:p>
            <a:r>
              <a:rPr lang="en-US" sz="1800" dirty="0"/>
              <a:t>Celebrity images are loaded from dataset</a:t>
            </a:r>
          </a:p>
          <a:p>
            <a:r>
              <a:rPr lang="en-US" sz="1800" dirty="0"/>
              <a:t>Deep learning model extracts facial features</a:t>
            </a:r>
          </a:p>
          <a:p>
            <a:r>
              <a:rPr lang="en-US" sz="1800" dirty="0"/>
              <a:t>Images are compared using similarity distance</a:t>
            </a:r>
          </a:p>
          <a:p>
            <a:r>
              <a:rPr lang="en-US" sz="1800" dirty="0"/>
              <a:t>Closest match is identified and displayed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897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937320-448D-E37D-26C9-EF08C7659773}"/>
              </a:ext>
            </a:extLst>
          </p:cNvPr>
          <p:cNvSpPr txBox="1"/>
          <p:nvPr/>
        </p:nvSpPr>
        <p:spPr>
          <a:xfrm>
            <a:off x="1583871" y="335845"/>
            <a:ext cx="930728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Algorithm</a:t>
            </a:r>
          </a:p>
          <a:p>
            <a:pPr>
              <a:buFont typeface="+mj-lt"/>
              <a:buAutoNum type="arabicPeriod"/>
            </a:pPr>
            <a:r>
              <a:rPr lang="en-US" dirty="0"/>
              <a:t>Start application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Select user image</a:t>
            </a:r>
          </a:p>
          <a:p>
            <a:pPr>
              <a:buFont typeface="+mj-lt"/>
              <a:buAutoNum type="arabicPeriod"/>
            </a:pPr>
            <a:r>
              <a:rPr lang="en-US" dirty="0"/>
              <a:t>Load celebrity dataset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Compare images using </a:t>
            </a:r>
            <a:r>
              <a:rPr lang="en-US" dirty="0" err="1"/>
              <a:t>DeepFace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Find minimum distance</a:t>
            </a:r>
          </a:p>
          <a:p>
            <a:pPr>
              <a:buFont typeface="+mj-lt"/>
              <a:buAutoNum type="arabicPeriod"/>
            </a:pPr>
            <a:r>
              <a:rPr lang="en-US" dirty="0"/>
              <a:t>Display matched celebrity and score</a:t>
            </a:r>
          </a:p>
          <a:p>
            <a:pPr>
              <a:buFont typeface="+mj-lt"/>
              <a:buAutoNum type="arabicPeriod"/>
            </a:pPr>
            <a:r>
              <a:rPr lang="en-US" dirty="0"/>
              <a:t>End</a:t>
            </a:r>
          </a:p>
          <a:p>
            <a:r>
              <a:rPr lang="en-US" b="1" dirty="0"/>
              <a:t>Flow</a:t>
            </a:r>
          </a:p>
          <a:p>
            <a:r>
              <a:rPr lang="en-US" dirty="0"/>
              <a:t>Start → Upload Image → Load Dataset → Compare Faces → Find Best Match → Display Result</a:t>
            </a:r>
          </a:p>
          <a:p>
            <a:pPr>
              <a:buNone/>
            </a:pPr>
            <a:r>
              <a:rPr lang="en-IN" b="1" dirty="0"/>
              <a:t>Software &amp;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Language: Python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Libraries: </a:t>
            </a:r>
            <a:r>
              <a:rPr lang="en-IN" dirty="0" err="1"/>
              <a:t>DeepFace</a:t>
            </a:r>
            <a:r>
              <a:rPr lang="en-IN" dirty="0"/>
              <a:t>, </a:t>
            </a:r>
            <a:r>
              <a:rPr lang="en-IN" dirty="0" err="1"/>
              <a:t>Tkinter</a:t>
            </a:r>
            <a:r>
              <a:rPr lang="en-IN" dirty="0"/>
              <a:t>, PIL, 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Model: VGG-Face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Platform</a:t>
            </a:r>
            <a:r>
              <a:rPr lang="en-IN" b="1" dirty="0"/>
              <a:t>:</a:t>
            </a:r>
            <a:r>
              <a:rPr lang="en-IN" dirty="0"/>
              <a:t> Desktop Application</a:t>
            </a:r>
          </a:p>
          <a:p>
            <a:pPr>
              <a:buNone/>
            </a:pPr>
            <a:r>
              <a:rPr lang="en-IN" b="1" dirty="0"/>
              <a:t>Input &amp; Output</a:t>
            </a:r>
          </a:p>
          <a:p>
            <a:pPr>
              <a:buNone/>
            </a:pPr>
            <a:r>
              <a:rPr lang="en-IN" dirty="0"/>
              <a:t>Input:</a:t>
            </a:r>
            <a:r>
              <a:rPr lang="en-IN" b="1" dirty="0"/>
              <a:t>- </a:t>
            </a:r>
            <a:r>
              <a:rPr lang="en-IN" dirty="0"/>
              <a:t>User image (JPG/PNG)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Celebrity image dataset</a:t>
            </a:r>
          </a:p>
          <a:p>
            <a:pPr>
              <a:buNone/>
            </a:pPr>
            <a:r>
              <a:rPr lang="en-IN" dirty="0"/>
              <a:t>Outpu</a:t>
            </a:r>
            <a:r>
              <a:rPr lang="en-IN" b="1" dirty="0"/>
              <a:t>t: </a:t>
            </a:r>
            <a:r>
              <a:rPr lang="en-IN" dirty="0"/>
              <a:t>Matched celebrity image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Celebrity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Similarity score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51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11B802-C891-88EC-F976-B2B0669EF15B}"/>
              </a:ext>
            </a:extLst>
          </p:cNvPr>
          <p:cNvSpPr txBox="1"/>
          <p:nvPr/>
        </p:nvSpPr>
        <p:spPr>
          <a:xfrm>
            <a:off x="3037114" y="889844"/>
            <a:ext cx="61068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Conclusion</a:t>
            </a:r>
          </a:p>
          <a:p>
            <a:pPr>
              <a:buNone/>
            </a:pPr>
            <a:r>
              <a:rPr lang="en-IN" dirty="0"/>
              <a:t>The project demonstrates an effective application of deep learning–based face recognition. By integrating </a:t>
            </a:r>
            <a:r>
              <a:rPr lang="en-IN" dirty="0" err="1"/>
              <a:t>DeepFace</a:t>
            </a:r>
            <a:r>
              <a:rPr lang="en-IN" dirty="0"/>
              <a:t> with a simple GUI, the system provides accurate and engaging celebrity look-alike results.</a:t>
            </a:r>
          </a:p>
        </p:txBody>
      </p:sp>
    </p:spTree>
    <p:extLst>
      <p:ext uri="{BB962C8B-B14F-4D97-AF65-F5344CB8AC3E}">
        <p14:creationId xmlns:p14="http://schemas.microsoft.com/office/powerpoint/2010/main" val="18860682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22</TotalTime>
  <Words>219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Bahnschrift Light</vt:lpstr>
      <vt:lpstr>Bahnschrift SemiBold SemiConden</vt:lpstr>
      <vt:lpstr>Tw Cen MT</vt:lpstr>
      <vt:lpstr>Circuit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Shravya Manjunath</dc:creator>
  <cp:lastModifiedBy>Shravya Manjunath</cp:lastModifiedBy>
  <cp:revision>1</cp:revision>
  <dcterms:created xsi:type="dcterms:W3CDTF">2025-12-14T15:50:43Z</dcterms:created>
  <dcterms:modified xsi:type="dcterms:W3CDTF">2025-12-14T16:13:08Z</dcterms:modified>
</cp:coreProperties>
</file>